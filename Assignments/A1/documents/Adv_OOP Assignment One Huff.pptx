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rimo"/>
      <p:regular r:id="rId16"/>
      <p:bold r:id="rId17"/>
      <p:italic r:id="rId18"/>
      <p:boldItalic r:id="rId19"/>
    </p:embeddedFont>
    <p:embeddedFont>
      <p:font typeface="Arimo SemiBold"/>
      <p:regular r:id="rId20"/>
      <p:bold r:id="rId21"/>
      <p:italic r:id="rId22"/>
      <p:boldItalic r:id="rId23"/>
    </p:embeddedFont>
    <p:embeddedFont>
      <p:font typeface="Arimo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SemiBold-regular.fntdata"/><Relationship Id="rId22" Type="http://schemas.openxmlformats.org/officeDocument/2006/relationships/font" Target="fonts/ArimoSemiBold-italic.fntdata"/><Relationship Id="rId21" Type="http://schemas.openxmlformats.org/officeDocument/2006/relationships/font" Target="fonts/ArimoSemiBold-bold.fntdata"/><Relationship Id="rId24" Type="http://schemas.openxmlformats.org/officeDocument/2006/relationships/font" Target="fonts/ArimoMedium-regular.fntdata"/><Relationship Id="rId23" Type="http://schemas.openxmlformats.org/officeDocument/2006/relationships/font" Target="fonts/Arimo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Medium-italic.fntdata"/><Relationship Id="rId25" Type="http://schemas.openxmlformats.org/officeDocument/2006/relationships/font" Target="fonts/ArimoMedium-bold.fntdata"/><Relationship Id="rId27" Type="http://schemas.openxmlformats.org/officeDocument/2006/relationships/font" Target="fonts/Arimo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mo-bold.fntdata"/><Relationship Id="rId16" Type="http://schemas.openxmlformats.org/officeDocument/2006/relationships/font" Target="fonts/Arimo-regular.fntdata"/><Relationship Id="rId19" Type="http://schemas.openxmlformats.org/officeDocument/2006/relationships/font" Target="fonts/Arimo-boldItalic.fntdata"/><Relationship Id="rId18" Type="http://schemas.openxmlformats.org/officeDocument/2006/relationships/font" Target="fonts/Arim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409d8bb8f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409d8bb8f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409d8bb8f3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409d8bb8f3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409d8bb8f3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409d8bb8f3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409e2fd9e9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409e2fd9e9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409e2fd9e9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409e2fd9e9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409d8bb8f34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409d8bb8f34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409e2fd9e9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409e2fd9e9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409d8bb8f34_0_1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409d8bb8f34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409d8bb8f34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409d8bb8f34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409d8bb8f34_0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409d8bb8f34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9" name="Google Shape;29;p4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7" name="Google Shape;37;p4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8" name="Google Shape;38;p4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" name="Google Shape;39;p4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0" name="Google Shape;40;p4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1" name="Google Shape;41;p4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2" name="Google Shape;42;p4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" name="Google Shape;57;p5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8" name="Google Shape;58;p5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" name="Google Shape;59;p5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0" name="Google Shape;60;p5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1" name="Google Shape;61;p5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78" name="Google Shape;78;p7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79" name="Google Shape;79;p7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0" name="Google Shape;80;p7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7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2" name="Google Shape;82;p7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/>
          <p:cNvPicPr preferRelativeResize="0"/>
          <p:nvPr/>
        </p:nvPicPr>
        <p:blipFill rotWithShape="1">
          <a:blip r:embed="rId2">
            <a:alphaModFix amt="10000"/>
          </a:blip>
          <a:srcRect b="720" l="1068" r="20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97" name="Google Shape;97;p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4" name="Google Shape;104;p1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09" name="Google Shape;109;p11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0" name="Google Shape;110;p11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2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4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6" name="Google Shape;136;p14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7" name="Google Shape;137;p14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14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5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2" name="Google Shape;142;p15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5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8" name="Google Shape;148;p15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15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15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5" name="Google Shape;155;p16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7" name="Google Shape;157;p16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6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5" name="Google Shape;175;p1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6" name="Google Shape;176;p1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3" name="Google Shape;183;p18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84" name="Google Shape;184;p18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8" name="Google Shape;188;p19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89" name="Google Shape;189;p19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0" name="Google Shape;190;p19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1" name="Google Shape;191;p19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3" name="Google Shape;193;p19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5" name="Google Shape;195;p19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7" name="Google Shape;197;p19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1" name="Google Shape;201;p1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05" name="Google Shape;205;p20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16" name="Google Shape;216;p21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17" name="Google Shape;217;p21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18" name="Google Shape;218;p21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19" name="Google Shape;219;p21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0" name="Google Shape;220;p21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3" name="Google Shape;223;p21"/>
          <p:cNvCxnSpPr>
            <a:stCxn id="221" idx="1"/>
            <a:endCxn id="221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1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21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1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39" name="Google Shape;239;p22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0" name="Google Shape;240;p22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2" name="Google Shape;242;p22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4" name="Google Shape;244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50" name="Google Shape;25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0" name="Google Shape;270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1" name="Google Shape;291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9" name="Google Shape;299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1" name="Google Shape;301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9" name="Google Shape;309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1" name="Google Shape;3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3" name="Google Shape;323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6" name="Google Shape;32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9" name="Google Shape;32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3" name="Google Shape;33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AndrewHuff6/5383_Advanced_OOP/tree/main/Assignments/A1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/>
              <a:t>By Andrew Huff</a:t>
            </a:r>
            <a:endParaRPr sz="1200"/>
          </a:p>
        </p:txBody>
      </p:sp>
      <p:sp>
        <p:nvSpPr>
          <p:cNvPr id="353" name="Google Shape;353;p44"/>
          <p:cNvSpPr txBox="1"/>
          <p:nvPr>
            <p:ph type="title"/>
          </p:nvPr>
        </p:nvSpPr>
        <p:spPr>
          <a:xfrm>
            <a:off x="795525" y="2323100"/>
            <a:ext cx="74289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5383 - Assignment One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Sequential Football Game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5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Program Design</a:t>
            </a:r>
            <a:endParaRPr/>
          </a:p>
        </p:txBody>
      </p:sp>
      <p:sp>
        <p:nvSpPr>
          <p:cNvPr id="359" name="Google Shape;359;p45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Class Interactions</a:t>
            </a:r>
            <a:endParaRPr/>
          </a:p>
        </p:txBody>
      </p:sp>
      <p:sp>
        <p:nvSpPr>
          <p:cNvPr id="360" name="Google Shape;360;p45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Game Demonstration</a:t>
            </a:r>
            <a:endParaRPr/>
          </a:p>
        </p:txBody>
      </p:sp>
      <p:sp>
        <p:nvSpPr>
          <p:cNvPr id="361" name="Google Shape;361;p45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62" name="Google Shape;362;p4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63" name="Google Shape;363;p45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64" name="Google Shape;364;p4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46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Design - Players</a:t>
            </a:r>
            <a:endParaRPr/>
          </a:p>
        </p:txBody>
      </p:sp>
      <p:sp>
        <p:nvSpPr>
          <p:cNvPr id="371" name="Google Shape;371;p46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Football Game</a:t>
            </a:r>
            <a:endParaRPr/>
          </a:p>
        </p:txBody>
      </p:sp>
      <p:pic>
        <p:nvPicPr>
          <p:cNvPr id="372" name="Google Shape;372;p46" title="playerss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5112" y="1242625"/>
            <a:ext cx="5193775" cy="35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47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Design - Team Info</a:t>
            </a:r>
            <a:endParaRPr/>
          </a:p>
        </p:txBody>
      </p:sp>
      <p:sp>
        <p:nvSpPr>
          <p:cNvPr id="379" name="Google Shape;379;p47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Football Game</a:t>
            </a:r>
            <a:endParaRPr/>
          </a:p>
        </p:txBody>
      </p:sp>
      <p:pic>
        <p:nvPicPr>
          <p:cNvPr id="380" name="Google Shape;380;p47" title="team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0025" y="1572075"/>
            <a:ext cx="2358475" cy="31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48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Design - Game Info</a:t>
            </a:r>
            <a:endParaRPr/>
          </a:p>
        </p:txBody>
      </p:sp>
      <p:sp>
        <p:nvSpPr>
          <p:cNvPr id="387" name="Google Shape;387;p48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Football Game</a:t>
            </a:r>
            <a:endParaRPr/>
          </a:p>
        </p:txBody>
      </p:sp>
      <p:pic>
        <p:nvPicPr>
          <p:cNvPr id="388" name="Google Shape;388;p48" title="gam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6150" y="1232225"/>
            <a:ext cx="1810143" cy="37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4" name="Google Shape;394;p49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Interactions</a:t>
            </a:r>
            <a:endParaRPr/>
          </a:p>
        </p:txBody>
      </p:sp>
      <p:sp>
        <p:nvSpPr>
          <p:cNvPr id="395" name="Google Shape;395;p49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Football Game</a:t>
            </a:r>
            <a:endParaRPr/>
          </a:p>
        </p:txBody>
      </p:sp>
      <p:pic>
        <p:nvPicPr>
          <p:cNvPr id="396" name="Google Shape;396;p49" title="git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350" y="2713350"/>
            <a:ext cx="7247299" cy="17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9"/>
          <p:cNvSpPr txBox="1"/>
          <p:nvPr/>
        </p:nvSpPr>
        <p:spPr>
          <a:xfrm>
            <a:off x="307800" y="1108950"/>
            <a:ext cx="8528400" cy="16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Primary interactions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AutoNum type="arabicPeriod"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Players (super class) to Quarterback, Running back, etc.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AutoNum type="arabicPeriod"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Imported all classes to driver.py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50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Interactions Cont.</a:t>
            </a:r>
            <a:endParaRPr/>
          </a:p>
        </p:txBody>
      </p:sp>
      <p:sp>
        <p:nvSpPr>
          <p:cNvPr id="404" name="Google Shape;404;p50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Football Game</a:t>
            </a:r>
            <a:endParaRPr/>
          </a:p>
        </p:txBody>
      </p:sp>
      <p:sp>
        <p:nvSpPr>
          <p:cNvPr id="405" name="Google Shape;405;p50"/>
          <p:cNvSpPr txBox="1"/>
          <p:nvPr/>
        </p:nvSpPr>
        <p:spPr>
          <a:xfrm>
            <a:off x="558400" y="857250"/>
            <a:ext cx="8277900" cy="18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3. Main game loop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06" name="Google Shape;406;p50" title="bettersni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6500" y="1447050"/>
            <a:ext cx="6510874" cy="349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2" name="Google Shape;412;p51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Demonstration</a:t>
            </a:r>
            <a:endParaRPr/>
          </a:p>
        </p:txBody>
      </p:sp>
      <p:sp>
        <p:nvSpPr>
          <p:cNvPr id="413" name="Google Shape;413;p51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Football Game</a:t>
            </a:r>
            <a:endParaRPr/>
          </a:p>
        </p:txBody>
      </p:sp>
      <p:sp>
        <p:nvSpPr>
          <p:cNvPr id="414" name="Google Shape;414;p51"/>
          <p:cNvSpPr txBox="1"/>
          <p:nvPr/>
        </p:nvSpPr>
        <p:spPr>
          <a:xfrm>
            <a:off x="448275" y="1994600"/>
            <a:ext cx="8242200" cy="25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https://github.com/AndrewHuff6/5383_Advanced_OOP/tree/main/Assignments/A1</a:t>
            </a:r>
            <a:endParaRPr b="1"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2"/>
          <p:cNvSpPr txBox="1"/>
          <p:nvPr>
            <p:ph type="title"/>
          </p:nvPr>
        </p:nvSpPr>
        <p:spPr>
          <a:xfrm>
            <a:off x="3164550" y="2317200"/>
            <a:ext cx="2814900" cy="509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Questions?</a:t>
            </a:r>
            <a:endParaRPr b="1"/>
          </a:p>
        </p:txBody>
      </p:sp>
      <p:pic>
        <p:nvPicPr>
          <p:cNvPr id="420" name="Google Shape;42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375" y="627900"/>
            <a:ext cx="610500" cy="6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3"/>
          <p:cNvSpPr txBox="1"/>
          <p:nvPr>
            <p:ph type="title"/>
          </p:nvPr>
        </p:nvSpPr>
        <p:spPr>
          <a:xfrm>
            <a:off x="625375" y="4110350"/>
            <a:ext cx="2814900" cy="509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Resources</a:t>
            </a:r>
            <a:endParaRPr b="1"/>
          </a:p>
        </p:txBody>
      </p:sp>
      <p:pic>
        <p:nvPicPr>
          <p:cNvPr id="427" name="Google Shape;42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8150" y="596425"/>
            <a:ext cx="610500" cy="6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9" name="Google Shape;429;p53"/>
          <p:cNvSpPr txBox="1"/>
          <p:nvPr/>
        </p:nvSpPr>
        <p:spPr>
          <a:xfrm>
            <a:off x="625375" y="596425"/>
            <a:ext cx="6755700" cy="3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AutoNum type="arabicPeriod"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In-class lectures and code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AutoNum type="arabicPeriod"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Claude (_resolve_run() &amp; _resolve_pass() in game_info.py)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